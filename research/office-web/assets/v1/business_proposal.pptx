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青岚工作室新品发布方案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从需求确认到正式发布的协同计划</a:t>
            </a:r>
          </a:p>
          <a:p>
            <a:r>
              <a:t>版本 v1.0 · 2026-09-30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目标与范围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目标：提升客户试用转化</a:t>
            </a:r>
          </a:p>
          <a:p>
            <a:r>
              <a:t>范围：需求、设计、渠道、灰度、复盘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里程碑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需求确认：已完成</a:t>
            </a:r>
          </a:p>
          <a:p>
            <a:r>
              <a:t>设计评审：10-09</a:t>
            </a:r>
          </a:p>
          <a:p>
            <a:r>
              <a:t>灰度发布：10-23</a:t>
            </a:r>
          </a:p>
          <a:p>
            <a:r>
              <a:t>正式发布：11-06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风险：设计资源、素材审批、埋点口径</a:t>
            </a:r>
          </a:p>
          <a:p>
            <a:r>
              <a:t>下一步：完成评审、锁定素材、确认数据口径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